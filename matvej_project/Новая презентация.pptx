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Montserrat Medium"/>
      <p:regular r:id="rId19"/>
      <p:bold r:id="rId20"/>
      <p:italic r:id="rId21"/>
      <p:boldItalic r:id="rId22"/>
    </p:embeddedFont>
    <p:embeddedFont>
      <p:font typeface="Russo One"/>
      <p:regular r:id="rId23"/>
    </p:embeddedFont>
    <p:embeddedFont>
      <p:font typeface="Montserrat ExtraBold"/>
      <p:bold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bold.fntdata"/><Relationship Id="rId22" Type="http://schemas.openxmlformats.org/officeDocument/2006/relationships/font" Target="fonts/MontserratMedium-boldItalic.fntdata"/><Relationship Id="rId21" Type="http://schemas.openxmlformats.org/officeDocument/2006/relationships/font" Target="fonts/MontserratMedium-italic.fntdata"/><Relationship Id="rId24" Type="http://schemas.openxmlformats.org/officeDocument/2006/relationships/font" Target="fonts/MontserratExtraBold-bold.fntdata"/><Relationship Id="rId23" Type="http://schemas.openxmlformats.org/officeDocument/2006/relationships/font" Target="fonts/RussoOne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MontserratExtraBold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ontserratMedium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2b3c6f0c9_2_4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d2b3c6f0c9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2b3c6f0c9_2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d2b3c6f0c9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2b3c6f0c9_2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d2b3c6f0c9_2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2b3c6f0c9_2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d2b3c6f0c9_2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2b3c6f0c9_2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d2b3c6f0c9_2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341f595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341f595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341f5952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d341f5952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341f5952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341f5952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341f5952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341f5952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2b3c6f0c9_2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d2b3c6f0c9_2_9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341f5952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d341f5952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2b3c6f0c9_2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d2b3c6f0c9_2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 title="5fc4ec047cd64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5125" y="0"/>
            <a:ext cx="64516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/>
          <p:nvPr/>
        </p:nvSpPr>
        <p:spPr>
          <a:xfrm>
            <a:off x="0" y="1464625"/>
            <a:ext cx="5015100" cy="16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" sz="4800">
                <a:solidFill>
                  <a:srgbClr val="1C75BC"/>
                </a:solidFill>
                <a:latin typeface="Russo One"/>
                <a:ea typeface="Russo One"/>
                <a:cs typeface="Russo One"/>
                <a:sym typeface="Russo One"/>
              </a:rPr>
              <a:t>ПОМОЩНИК В </a:t>
            </a:r>
            <a:br>
              <a:rPr lang="ru" sz="4800">
                <a:solidFill>
                  <a:srgbClr val="1C75BC"/>
                </a:solidFill>
                <a:latin typeface="Russo One"/>
                <a:ea typeface="Russo One"/>
                <a:cs typeface="Russo One"/>
                <a:sym typeface="Russo One"/>
              </a:rPr>
            </a:br>
            <a:r>
              <a:rPr lang="ru" sz="4800">
                <a:solidFill>
                  <a:srgbClr val="1C75BC"/>
                </a:solidFill>
                <a:latin typeface="Russo One"/>
                <a:ea typeface="Russo One"/>
                <a:cs typeface="Russo One"/>
                <a:sym typeface="Russo One"/>
              </a:rPr>
              <a:t>       УЧЕБЕ</a:t>
            </a:r>
            <a:r>
              <a:rPr b="0" i="0" lang="ru" sz="1500" u="none" cap="none" strike="noStrike">
                <a:solidFill>
                  <a:schemeClr val="lt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ㅤ</a:t>
            </a:r>
            <a:endParaRPr b="0" i="0" sz="4800" u="none" cap="none" strike="noStrike">
              <a:solidFill>
                <a:schemeClr val="lt1"/>
              </a:solidFill>
              <a:highlight>
                <a:schemeClr val="lt1"/>
              </a:highlight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101" name="Google Shape;101;p25" title="Лого Куб Горизонтальный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725" y="82799"/>
            <a:ext cx="2466199" cy="116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1616750" y="3806150"/>
            <a:ext cx="4250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21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Наумов </a:t>
            </a:r>
            <a:endParaRPr sz="2100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21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Матвей</a:t>
            </a:r>
            <a:endParaRPr sz="2100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103" name="Google Shape;103;p25" title="Нац проекты России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03772" y="167810"/>
            <a:ext cx="1191376" cy="9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 txBox="1"/>
          <p:nvPr/>
        </p:nvSpPr>
        <p:spPr>
          <a:xfrm rot="-5400000">
            <a:off x="-1937250" y="1937350"/>
            <a:ext cx="5166000" cy="12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ru" sz="26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ЦЕЛЬ ПРОЕКТА</a:t>
            </a:r>
            <a:endParaRPr b="0" i="0" sz="2600" u="none" cap="none" strike="noStrike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109" name="Google Shape;109;p26"/>
          <p:cNvSpPr/>
          <p:nvPr/>
        </p:nvSpPr>
        <p:spPr>
          <a:xfrm>
            <a:off x="1291500" y="150"/>
            <a:ext cx="36654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pic>
        <p:nvPicPr>
          <p:cNvPr id="110" name="Google Shape;110;p26" title="Camer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0800" y="2038350"/>
            <a:ext cx="10668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6"/>
          <p:cNvSpPr txBox="1"/>
          <p:nvPr/>
        </p:nvSpPr>
        <p:spPr>
          <a:xfrm>
            <a:off x="5184500" y="807825"/>
            <a:ext cx="3701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ru" sz="3000" u="none" cap="none" strike="noStrike">
                <a:solidFill>
                  <a:srgbClr val="1C75B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Заголовок</a:t>
            </a:r>
            <a:br>
              <a:rPr b="0" i="0" lang="ru" sz="3000" u="none" cap="none" strike="noStrike">
                <a:solidFill>
                  <a:srgbClr val="1C75B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b="0" i="0" lang="ru" sz="3000" u="none" cap="none" strike="noStrike">
                <a:solidFill>
                  <a:srgbClr val="1C75B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заголовок</a:t>
            </a:r>
            <a:endParaRPr b="0" i="0" sz="3000" u="none" cap="none" strike="noStrike">
              <a:solidFill>
                <a:srgbClr val="1C75B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12" name="Google Shape;112;p26"/>
          <p:cNvSpPr txBox="1"/>
          <p:nvPr/>
        </p:nvSpPr>
        <p:spPr>
          <a:xfrm>
            <a:off x="5184500" y="1916025"/>
            <a:ext cx="3701100" cy="30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Целью проекта является создание приложение (сайт)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для разбора темы которую не понял ученик который хочет разобраться с ней без ГДЗ</a:t>
            </a:r>
            <a:endParaRPr b="0" i="0" sz="18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13" name="Google Shape;113;p26" title="Лого Куб без надписи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79428" y="183999"/>
            <a:ext cx="625938" cy="684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7"/>
          <p:cNvSpPr txBox="1"/>
          <p:nvPr/>
        </p:nvSpPr>
        <p:spPr>
          <a:xfrm>
            <a:off x="0" y="193800"/>
            <a:ext cx="9144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ru" sz="26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ЗАДАЧИ ПРОЕКТА</a:t>
            </a:r>
            <a:endParaRPr b="0" i="0" sz="2600" u="none" cap="none" strike="noStrike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119" name="Google Shape;119;p27"/>
          <p:cNvSpPr/>
          <p:nvPr/>
        </p:nvSpPr>
        <p:spPr>
          <a:xfrm>
            <a:off x="3032848" y="1178438"/>
            <a:ext cx="1167300" cy="1167300"/>
          </a:xfrm>
          <a:prstGeom prst="rect">
            <a:avLst/>
          </a:prstGeom>
          <a:solidFill>
            <a:srgbClr val="1C7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7"/>
          <p:cNvSpPr/>
          <p:nvPr/>
        </p:nvSpPr>
        <p:spPr>
          <a:xfrm>
            <a:off x="4943839" y="1178438"/>
            <a:ext cx="1167300" cy="1167300"/>
          </a:xfrm>
          <a:prstGeom prst="rect">
            <a:avLst/>
          </a:prstGeom>
          <a:solidFill>
            <a:srgbClr val="4A52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7"/>
          <p:cNvSpPr/>
          <p:nvPr/>
        </p:nvSpPr>
        <p:spPr>
          <a:xfrm>
            <a:off x="3032848" y="2797763"/>
            <a:ext cx="1167300" cy="1167300"/>
          </a:xfrm>
          <a:prstGeom prst="rect">
            <a:avLst/>
          </a:prstGeom>
          <a:solidFill>
            <a:srgbClr val="4A52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/>
          <p:nvPr/>
        </p:nvSpPr>
        <p:spPr>
          <a:xfrm>
            <a:off x="4943839" y="2797763"/>
            <a:ext cx="1167300" cy="1167300"/>
          </a:xfrm>
          <a:prstGeom prst="rect">
            <a:avLst/>
          </a:prstGeom>
          <a:solidFill>
            <a:srgbClr val="1C7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7"/>
          <p:cNvSpPr txBox="1"/>
          <p:nvPr/>
        </p:nvSpPr>
        <p:spPr>
          <a:xfrm>
            <a:off x="544275" y="2797775"/>
            <a:ext cx="2322300" cy="11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4" name="Google Shape;124;p27"/>
          <p:cNvSpPr txBox="1"/>
          <p:nvPr/>
        </p:nvSpPr>
        <p:spPr>
          <a:xfrm>
            <a:off x="544275" y="1178450"/>
            <a:ext cx="2322300" cy="11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создать удобный и понятный сайт для использования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5" name="Google Shape;125;p27"/>
          <p:cNvSpPr txBox="1"/>
          <p:nvPr/>
        </p:nvSpPr>
        <p:spPr>
          <a:xfrm>
            <a:off x="6293725" y="1178450"/>
            <a:ext cx="2322300" cy="11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сократить использования гдз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школьниками</a:t>
            </a:r>
            <a:endParaRPr b="0" i="0" sz="16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6" name="Google Shape;126;p27"/>
          <p:cNvSpPr txBox="1"/>
          <p:nvPr/>
        </p:nvSpPr>
        <p:spPr>
          <a:xfrm>
            <a:off x="6293725" y="2797775"/>
            <a:ext cx="2322300" cy="11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27" name="Google Shape;127;p27" title="Camer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60900" y="1406500"/>
            <a:ext cx="711200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7" title="Camer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00" y="1406500"/>
            <a:ext cx="711200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7" title="Camer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60900" y="3025825"/>
            <a:ext cx="711200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7" title="Camer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00" y="3025825"/>
            <a:ext cx="711200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7" title="Лого Куб без надписи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79428" y="183999"/>
            <a:ext cx="625938" cy="684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"/>
          <p:cNvSpPr txBox="1"/>
          <p:nvPr/>
        </p:nvSpPr>
        <p:spPr>
          <a:xfrm>
            <a:off x="462650" y="0"/>
            <a:ext cx="4703400" cy="10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ru" sz="26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АКТУАЛЬНОСТЬ ПРОЕКТА</a:t>
            </a:r>
            <a:endParaRPr b="0" i="0" sz="2600" u="none" cap="none" strike="noStrike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137" name="Google Shape;137;p28" title="Лого Куб без надписи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9428" y="183999"/>
            <a:ext cx="625938" cy="68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8"/>
          <p:cNvSpPr/>
          <p:nvPr/>
        </p:nvSpPr>
        <p:spPr>
          <a:xfrm>
            <a:off x="0" y="1052400"/>
            <a:ext cx="4572000" cy="20499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rgbClr val="1C75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8"/>
          <p:cNvSpPr/>
          <p:nvPr/>
        </p:nvSpPr>
        <p:spPr>
          <a:xfrm>
            <a:off x="4572000" y="1052400"/>
            <a:ext cx="4572000" cy="20499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8"/>
          <p:cNvSpPr txBox="1"/>
          <p:nvPr/>
        </p:nvSpPr>
        <p:spPr>
          <a:xfrm>
            <a:off x="194100" y="3167875"/>
            <a:ext cx="8755800" cy="17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сейчас многие школьники не понимают школьные темы, но вместо разбора этой темы они предпочитают списывать даже самые простые задачи. Поэтому данный проект способен помочь тем людям которые сами хотят </a:t>
            </a: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разобраться </a:t>
            </a: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 понять тему которую они не поняли.   </a:t>
            </a:r>
            <a:endParaRPr b="0" i="0" sz="18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41" name="Google Shape;141;p28" title="Camera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600" y="1543938"/>
            <a:ext cx="10668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8" title="Camera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1543938"/>
            <a:ext cx="10668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/>
          <p:cNvSpPr/>
          <p:nvPr/>
        </p:nvSpPr>
        <p:spPr>
          <a:xfrm>
            <a:off x="0" y="0"/>
            <a:ext cx="9144000" cy="175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29" title="Camer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6950" y="470359"/>
            <a:ext cx="810100" cy="81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9"/>
          <p:cNvSpPr txBox="1"/>
          <p:nvPr/>
        </p:nvSpPr>
        <p:spPr>
          <a:xfrm>
            <a:off x="0" y="1750800"/>
            <a:ext cx="9144000" cy="10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ru" sz="26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УНИКАЛЬНОСТЬ ПРОЕКТА</a:t>
            </a:r>
            <a:endParaRPr b="0" i="0" sz="2600" u="none" cap="none" strike="noStrike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150" name="Google Shape;150;p29"/>
          <p:cNvSpPr txBox="1"/>
          <p:nvPr/>
        </p:nvSpPr>
        <p:spPr>
          <a:xfrm>
            <a:off x="194100" y="2641725"/>
            <a:ext cx="8755800" cy="2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Проект уникален тем что он отличается от других сайтов тем что он именно объясняет тему а не скидывает </a:t>
            </a: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решенный</a:t>
            </a: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пример с полным объяснением. 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51" name="Google Shape;151;p29" title="Лого Куб без надписи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79428" y="4329649"/>
            <a:ext cx="625938" cy="684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Методы исследования</a:t>
            </a:r>
            <a:endParaRPr/>
          </a:p>
        </p:txBody>
      </p:sp>
      <p:sp>
        <p:nvSpPr>
          <p:cNvPr id="157" name="Google Shape;15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тему я изучал через ии и в некоторых местах думал сам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Практическая значимость</a:t>
            </a:r>
            <a:endParaRPr/>
          </a:p>
        </p:txBody>
      </p:sp>
      <p:sp>
        <p:nvSpPr>
          <p:cNvPr id="163" name="Google Shape;16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Такой тип сайтов помогает тем кто хочет сам разобрать тему и подготовится к каким нибудь тестам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Ход работы</a:t>
            </a:r>
            <a:endParaRPr/>
          </a:p>
        </p:txBody>
      </p:sp>
      <p:sp>
        <p:nvSpPr>
          <p:cNvPr id="169" name="Google Shape;16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Сделать основу приложения (сайта)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Написать классы и к каждому классу написать предмет и тему с объяснением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сделать удобный и понятный интерфейс   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Результат работы</a:t>
            </a:r>
            <a:endParaRPr/>
          </a:p>
        </p:txBody>
      </p:sp>
      <p:sp>
        <p:nvSpPr>
          <p:cNvPr id="175" name="Google Shape;17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 итоге получился сайт который может очень сильно помочь будущим и нынешним школьникам в помощи школьного процесса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/>
              <a:t>Оставшиеся пункты</a:t>
            </a:r>
            <a:endParaRPr/>
          </a:p>
        </p:txBody>
      </p:sp>
      <p:sp>
        <p:nvSpPr>
          <p:cNvPr id="181" name="Google Shape;18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Объект и предмет исследования (объект – что изучается в целом, а предмет – конкретная часть из объекта)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Методы исследования (как вы изучали тему)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Практическая значимость (кому и зачем нужно)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Ход работы (попунктно)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Результат (что получилось в итоге)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Перспективы (что можно добавить)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можно добавить?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добавить можно многое но я скажу самое главное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расширить приложение (добавить классы)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добавить темы и предметы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36" title="Лого Куб без надписи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8335" y="374526"/>
            <a:ext cx="1247326" cy="1363826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6"/>
          <p:cNvSpPr txBox="1"/>
          <p:nvPr/>
        </p:nvSpPr>
        <p:spPr>
          <a:xfrm>
            <a:off x="0" y="2045550"/>
            <a:ext cx="9144000" cy="10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ru" sz="26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СПАСИБО ЗА ВНИМАНИЕ</a:t>
            </a:r>
            <a:endParaRPr b="0" i="0" sz="2600" u="none" cap="none" strike="noStrike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